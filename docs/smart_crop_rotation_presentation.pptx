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412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SMART CROP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8046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9A825"/>
                </a:solidFill>
              </a:defRPr>
            </a:pPr>
            <a:r>
              <a:t>AI-Based Intelligent Crop Rotation Recommendation System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BCA Final-Year Project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Your Name | Your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Farmers must decide: what to grow in the next season?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The choice depends on soil, season, water, weather and previous crop.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This project recommends the best next crop using ML + agriculture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Repeating the same crop degrades soil and increases disease risk.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Existing tools recommend only one crop - without explanation.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They ignore previous crop, crop families, disease and fertiliser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Existing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Experience-based decisions and generic crop calendars.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Simple apps using only 2-3 inputs (NPK, temperature).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No explanation, no history, no rotation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Web application with 17 farm inputs.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ML prediction combined with a rule-based rotation engine.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Top crop + 3 alternatives, fully explained.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Train and compare 4 Machine Learning models.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Build a crop rotation engine from agricultural rules.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Compute Soil Health, Rotation and Sustainability scores.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Explanations, history, analytics and printable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Frontend: HTML, CSS, JavaScript, Chart.js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Backend: Python + Flask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Data: Pandas, NumPy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Machine Learning: Scikit-learn, Joblib (model storage)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Database: 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Browser -&gt; Flask application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-&gt; Rotation engine + Soil analysis + SQLite + ML model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-&gt; Explained recommendation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Data generation, Model training, Rotation engine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Soil health analysis, Web application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History, Analytics, Reports, REST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~700 synthetic records, 17 crops, 16 features.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Generated with realistic agronomic relationships - not random noise.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Clearly labelled as demo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Algorithms: Decision Tree, Random Forest, Gradient Boosting, KNN.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80/20 train-test split (stratified).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Metrics: Accuracy, Precision, Recall, F1, Confusion Matrix.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Best model auto-selected and saved with Joblib.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Crop Rotation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Final score = 45% ML + 40% rotation rules + 15% environment.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Rotation score = family 25 + soil 25 + water 20 + disease 15 + season 15.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Soil Health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Soil Health Score 0-100: N, P, K, pH, fertiliser, previous crop.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Sustainability Score 0-100: water, fertiliser, diversity, soil, disease.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UI Screenshots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Home dashboard with score cards.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Recommendation form and explained result page.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History, analytics charts, model performance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Recommendation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Example: Previous Crop = Rice  -&gt;  Recommended = Green Gram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Alternatives: Maize, Groundnut, Black Gram.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Each with Suitability %, Rotation, Soil, Water and Season info.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"Why this crop?" checklist and nitrogen advice.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Table + chart comparing the 4 classifiers.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Confusion matrix for the selected model.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Metrics labelled as trained on synthetic demo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Explainable recommendations (Why this crop?).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Lightweight, local, easy to demonstrate.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Combines ML, rules, soil analysis and sustainability.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History, analytics and REST API included.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Future Enhancement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Live weather and soil-test APIs, real datasets.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Market-price optimisation and deep learning.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Mobile app and multi-language support.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Successfully integrates web development + database + machine learning.</a:t>
            </a:r>
          </a:p>
          <a:p>
            <a:pPr>
              <a:spcAft>
                <a:spcPts val="1200"/>
              </a:spcAft>
              <a:defRPr sz="2000">
                <a:solidFill>
                  <a:srgbClr val="455A64"/>
                </a:solidFill>
              </a:defRPr>
            </a:pPr>
            <a:r>
              <a:t>•  A practical, honest decision-support system - not a guaranteed-yield tool.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412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8046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9A82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